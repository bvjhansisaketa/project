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1" d="100"/>
          <a:sy n="121" d="100"/>
        </p:scale>
        <p:origin x="-346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65653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4e3b920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84e3b9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84e3b9206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84e3b9206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4e3b9206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84e3b9206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hyperlink" Target="https://github.com/bvjhansisaketa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" y="0"/>
            <a:ext cx="914176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descr="Red_Hat_logo_icon_20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l="28859" t="28112" r="31801" b="28186"/>
          <a:stretch/>
        </p:blipFill>
        <p:spPr>
          <a:xfrm>
            <a:off x="537210" y="142399"/>
            <a:ext cx="728700" cy="480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537196" y="623400"/>
            <a:ext cx="1034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RedHat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716782" y="273856"/>
            <a:ext cx="48501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70213" y="1268050"/>
            <a:ext cx="8404200" cy="3353700"/>
          </a:xfrm>
          <a:prstGeom prst="rect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Me :</a:t>
            </a:r>
            <a:endParaRPr sz="2800" b="1" dirty="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Name    :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B V JHANSI SAKETA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College :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ANURAG GROUP OF INSTITUTIONS</a:t>
            </a:r>
            <a:endParaRPr lang="en"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     Github 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hlinkClick r:id="rId5"/>
              </a:rPr>
              <a:t>https://github.com/bvjhansisaketa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932" y="1451153"/>
            <a:ext cx="1545022" cy="17771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" y="0"/>
            <a:ext cx="914176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descr="Red_Hat_logo_icon_20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l="28859" t="28112" r="31801" b="28186"/>
          <a:stretch/>
        </p:blipFill>
        <p:spPr>
          <a:xfrm>
            <a:off x="537210" y="142399"/>
            <a:ext cx="728700" cy="480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37196" y="623400"/>
            <a:ext cx="1034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RedHat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252870" y="273856"/>
            <a:ext cx="48501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My learning : W1</a:t>
            </a:r>
            <a:endParaRPr sz="30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28650" y="983768"/>
            <a:ext cx="7691400" cy="19044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Achievements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: I am glad to be part of this internship because it has helped me to learn and explore more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technical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and non – technical skills which are required for a professional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. I got to know about learn.redhat.com and more. I have understood the way how to start a project by SCQ method. I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am</a:t>
            </a:r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able to learn the concepts of Linux and python training.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28650" y="2982836"/>
            <a:ext cx="7691400" cy="1876814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Learning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: It is a great learning for me and enjoying the sessions and training. 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It is more of a fun 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learning especially, Kahoot quiz is type of fun learning. I am able to understand both concepts and practical part.  </a:t>
            </a:r>
            <a:endParaRPr lang="en" sz="2000" b="1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inux: Virtual box, basics and commands.</a:t>
            </a:r>
          </a:p>
          <a:p>
            <a:pPr lvl="0"/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ython training: programming using python , files, function,etc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841500" y="233300"/>
            <a:ext cx="12657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" y="0"/>
            <a:ext cx="914176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descr="Red_Hat_logo_icon_20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l="28859" t="28112" r="31801" b="28186"/>
          <a:stretch/>
        </p:blipFill>
        <p:spPr>
          <a:xfrm>
            <a:off x="537210" y="142399"/>
            <a:ext cx="728700" cy="480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537196" y="623400"/>
            <a:ext cx="1034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RedHat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28650" y="808550"/>
            <a:ext cx="76914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 smtClean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ATTENDANCE SYSTEM USING CCTV(ML/AI)</a:t>
            </a:r>
            <a:endParaRPr sz="2600" dirty="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28650" y="1341100"/>
            <a:ext cx="7691400" cy="166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SCQ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lvl="0"/>
            <a:r>
              <a:rPr lang="en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Situation: Nowadays, companies are using biometric system for </a:t>
            </a:r>
            <a:r>
              <a:rPr lang="en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attendance </a:t>
            </a:r>
            <a:r>
              <a:rPr lang="en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which has its uses but also disadvantage like </a:t>
            </a:r>
            <a:r>
              <a:rPr lang="en-US" sz="1600" b="1" dirty="0" smtClean="0">
                <a:latin typeface="Times New Roman"/>
                <a:ea typeface="Times New Roman"/>
                <a:cs typeface="Times New Roman"/>
              </a:rPr>
              <a:t>invasiveness, </a:t>
            </a:r>
            <a:r>
              <a:rPr lang="en-US" sz="1600" b="1" dirty="0">
                <a:latin typeface="Times New Roman"/>
                <a:ea typeface="Times New Roman"/>
                <a:cs typeface="Times New Roman"/>
              </a:rPr>
              <a:t>high </a:t>
            </a:r>
            <a:r>
              <a:rPr lang="en-US" sz="1600" b="1" dirty="0" smtClean="0">
                <a:latin typeface="Times New Roman"/>
                <a:ea typeface="Times New Roman"/>
                <a:cs typeface="Times New Roman"/>
              </a:rPr>
              <a:t>cost, </a:t>
            </a:r>
            <a:r>
              <a:rPr lang="en-US" sz="1600" b="1" dirty="0">
                <a:latin typeface="Times New Roman"/>
                <a:ea typeface="Times New Roman"/>
                <a:cs typeface="Times New Roman"/>
              </a:rPr>
              <a:t>time taking if more no of persons all of sudden </a:t>
            </a:r>
            <a:endParaRPr lang="en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Challenge: Cost(more), time(more)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uestion: if not this, what can be </a:t>
            </a:r>
            <a:r>
              <a:rPr lang="en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used and what technology?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" sz="1600" b="1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28650" y="3064817"/>
            <a:ext cx="7691400" cy="178465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</a:t>
            </a:r>
            <a:r>
              <a:rPr lang="en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Stories</a:t>
            </a:r>
            <a:r>
              <a:rPr lang="en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lang="en"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latin typeface="Times New Roman"/>
                <a:ea typeface="Times New Roman"/>
                <a:cs typeface="Times New Roman"/>
              </a:rPr>
              <a:t>As </a:t>
            </a:r>
            <a:r>
              <a:rPr lang="en" sz="1600" b="1" dirty="0">
                <a:latin typeface="Times New Roman"/>
                <a:ea typeface="Times New Roman"/>
                <a:cs typeface="Times New Roman"/>
              </a:rPr>
              <a:t>manager, I want to have a </a:t>
            </a:r>
            <a:r>
              <a:rPr lang="en" sz="1600" b="1" dirty="0" smtClean="0">
                <a:latin typeface="Times New Roman"/>
                <a:ea typeface="Times New Roman"/>
                <a:cs typeface="Times New Roman"/>
              </a:rPr>
              <a:t>attendance </a:t>
            </a:r>
            <a:r>
              <a:rPr lang="en" sz="1600" b="1" dirty="0">
                <a:latin typeface="Times New Roman"/>
                <a:ea typeface="Times New Roman"/>
                <a:cs typeface="Times New Roman"/>
              </a:rPr>
              <a:t>system using CCTV, so that it can automatically take </a:t>
            </a:r>
            <a:r>
              <a:rPr lang="en" sz="1600" b="1" dirty="0" smtClean="0">
                <a:latin typeface="Times New Roman"/>
                <a:ea typeface="Times New Roman"/>
                <a:cs typeface="Times New Roman"/>
              </a:rPr>
              <a:t>attendance </a:t>
            </a:r>
            <a:r>
              <a:rPr lang="en" sz="1600" b="1" dirty="0">
                <a:latin typeface="Times New Roman"/>
                <a:ea typeface="Times New Roman"/>
                <a:cs typeface="Times New Roman"/>
              </a:rPr>
              <a:t>through face detection. The device should be connected to database.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 New Roman"/>
                <a:ea typeface="Times New Roman"/>
                <a:cs typeface="Times New Roman"/>
              </a:rPr>
              <a:t>As a manager, </a:t>
            </a:r>
            <a:r>
              <a:rPr lang="en-US" sz="1600" b="1" dirty="0">
                <a:latin typeface="Times New Roman"/>
                <a:ea typeface="Times New Roman"/>
                <a:cs typeface="Times New Roman"/>
              </a:rPr>
              <a:t>I</a:t>
            </a:r>
            <a:r>
              <a:rPr lang="en" sz="1600" b="1" dirty="0">
                <a:latin typeface="Times New Roman"/>
                <a:ea typeface="Times New Roman"/>
                <a:cs typeface="Times New Roman"/>
              </a:rPr>
              <a:t> want to know the timing details of employs ie: entry and exit timings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 New Roman"/>
                <a:ea typeface="Times New Roman"/>
                <a:cs typeface="Times New Roman"/>
              </a:rPr>
              <a:t>As a manager/Adminster, </a:t>
            </a:r>
            <a:r>
              <a:rPr lang="en-US" sz="1600" b="1" dirty="0">
                <a:latin typeface="Times New Roman"/>
                <a:ea typeface="Times New Roman"/>
                <a:cs typeface="Times New Roman"/>
              </a:rPr>
              <a:t>I</a:t>
            </a:r>
            <a:r>
              <a:rPr lang="en" sz="1600" b="1" dirty="0">
                <a:latin typeface="Times New Roman"/>
                <a:ea typeface="Times New Roman"/>
                <a:cs typeface="Times New Roman"/>
              </a:rPr>
              <a:t> should get the details of detected employs and strangers face details into my login page.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dirty="0">
              <a:solidFill>
                <a:srgbClr val="172B4D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302</Words>
  <Application>Microsoft Office PowerPoint</Application>
  <PresentationFormat>On-screen Show (16:9)</PresentationFormat>
  <Paragraphs>22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 Jhansi Saketa</dc:creator>
  <cp:lastModifiedBy>hp</cp:lastModifiedBy>
  <cp:revision>20</cp:revision>
  <dcterms:modified xsi:type="dcterms:W3CDTF">2020-05-09T13:49:56Z</dcterms:modified>
</cp:coreProperties>
</file>